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emb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¿Quién es el Grupo de Control?  Derivación por Bloque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Universo base: 917 docentes jerarquizados (docente_918.csv)  ·  Cada bloque usa una definición distinta de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aprob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Dim. 1 — Aprobación de Alumnos: Formados vs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Fuente: scatter_sat_notas.csv  ·  formados=339 doc / 6,437 secciones  ·  control=477 doc / 10,811 secciones  ·  2023–2025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Formados superan al control en aprobación global (86.5% vs 85.0%) y en nota promedio (5.23 vs 5.11).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La brecha formados–control es consistente en los tres años (2023–2025) y se mantiene en la evolución semestral — no es un artefacto de un período puntual.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El grupo de control en este bloque son las secciones de docentes sin ninguna formación P3 registradas en el mismo archivo scatter_sat_notas.csv (columna formado=False).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e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Dim. 2 — EDD Evaluación de Jefes: Formados vs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Fuente: P1_consolidado_con_evaluacion_jefes.csv  ·  formados=134 doc  ·  control=251 doc (918 sin ninguna formación P3)  ·  2022–2025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EDD promedio formados=0.833 vs control=0.705 (brecha +0.128). La evaluación de jefes es superior en docentes formados.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El control EDD es más estricto que el de aprobación: solo incluye los 918 docentes jerarquizados que NUNCA participaron en ninguna actividad P3 (251 con dato).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Todos los tipos de formación (Taller, Diplomado, Proyecto, Mixto) superan el promedio de control — la brecha no depende de la modalidad específica.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cg_tab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581" y="185000"/>
            <a:ext cx="10599174" cy="7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Resumen: Grupos Comparados por Bloque de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581" y="845000"/>
            <a:ext cx="900000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C8DCF0"/>
                </a:solidFill>
              </a:rPr>
              <a:t>Cada bloque usa grupos distintos — esta tabla centraliza las definiciones exactas y las fuentes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581" y="4870000"/>
            <a:ext cx="10599174" cy="18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1.  Los grupos de Bloque I–II (SAT) y Bloque IV (EDD) usan 'docentes' como unidad — cada docente aparece una vez con su score promedio.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2.  El Bloque III (Aprobación) usa 'secciones' como unidad — un docente puede aportar múltiples secciones por semestre, lo que amplifica los n.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3.  El control de EDD (Bloque IV) es el más restrictivo: excluye cualquier docente que alguna vez participó en P3, aunque no sea Apto P3.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