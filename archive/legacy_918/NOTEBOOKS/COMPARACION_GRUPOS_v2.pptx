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cg_embud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86581" y="185000"/>
            <a:ext cx="10599174" cy="7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</a:rPr>
              <a:t>¿Quién es el Grupo de Control?   Derivación por Bloque de Análisis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581" y="845000"/>
            <a:ext cx="9000000" cy="25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C8DCF0"/>
                </a:solidFill>
              </a:rPr>
              <a:t>Universo base: 917 docentes jerarquizados (docente_918.csv)  ·  Cada bloque usa una definición distinta de control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cg_b3_perf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86581" y="185000"/>
            <a:ext cx="10599174" cy="7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Bloque III — Perfil Demográfico: Formados vs Control  (Aprobación de Alumnos)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581" y="845000"/>
            <a:ext cx="9000000" cy="25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C8DCF0"/>
                </a:solidFill>
              </a:rPr>
              <a:t>Control B3: docentes en scatter_sat_notas con formado=False, unidos con doc918  ·  formados n=197  ·  control n=467  ·  % sobre total de cada grupo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581" y="4870000"/>
            <a:ext cx="10599174" cy="18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1.  Jerarquía: 'Asoc. Docente' muestra la mayor diferencia entre grupos (+7 pp más en formados). Los formados tienden a concentrarse en jerarquías de rango medio.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2.  Tramo de edad: '35–44' es el tramo con mayor diferencia (+14 pp más en formados). Comprender el perfil permite separar efectos de la formación de diferencias de composición.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3.  Las barras muestran % dentro de cada grupo — no volúmenes absolutos — para hacer comparables grupos de diferente tamaño.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cg_b4_perf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86581" y="185000"/>
            <a:ext cx="10599174" cy="7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Bloque IV — Perfil Demográfico: Formados vs Control  (EDD Evaluación de Jefes)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581" y="845000"/>
            <a:ext cx="9000000" cy="25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C8DCF0"/>
                </a:solidFill>
              </a:rPr>
              <a:t>Control B4: docentes en universo 918 que nunca participaron en P3, con EDD disponible  ·  formados n=134  ·  control n=251  ·  % sobre total de cada grupo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581" y="4870000"/>
            <a:ext cx="10599174" cy="18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1.  Jerarquía: 'Asoc. Docente' muestra la mayor diferencia entre grupos EDD (+9 pp más en formados). Si los grupos tienen composiciones muy distintas, la brecha de EDD puede reflejar diferencias de jerarquía, no solo de formación.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2.  Tramo de edad: '35–44' es el tramo más diferenciado (+15 pp más en formados). El control EDD es más estricto — excluye cualquier participante en P3 aunque no sea Apto.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3.  Comparar este perfil con el de Bloque III permite ver si la definición más estricta del control EDD cambia la composición demográfica del grupo de comparación.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cg_tabl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86581" y="185000"/>
            <a:ext cx="10599174" cy="7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</a:rPr>
              <a:t>Resumen de Grupos, Fuentes Originales y Archivos Derivados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581" y="845000"/>
            <a:ext cx="9000000" cy="25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C8DCF0"/>
                </a:solidFill>
              </a:rPr>
              <a:t>Blanco = fuente original entregada por UCEN  ·  Azul = archivo procesado/derivado por ETL del análisis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581" y="4870000"/>
            <a:ext cx="10599174" cy="18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1.  Bloque I–II (SAT): fuente madre es evaluacion_periodo.csv; los z-scores se calculan por facultad×período y se almacenan en p3_sat_zscore_918.csv (formados) y control_918.csv.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2.  Bloque III (Aprobación): scatter_sat_notas.csv es un archivo ad-hoc que cruza notas, SAT y el flag de formación — sin ETL documentado; reconstruible desde las tres fuentes originales.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3.  Bloque IV (EDD): la fuente original es la hoja 'EVALUACION DE JEFES A DOCENTES' del Excel institucional; el ETL (etl_consolidado_con_jefes.py) la renombra y consolida con la nómina.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