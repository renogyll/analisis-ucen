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7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Participación por Jerarquía y Tipo de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197 Aptos P3  ·  todos formados  ·  Periodos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Formados Aptos P3: composición 100% por jerarquía · n absoluto dentro de segmento · total n al margen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Cada barra suman 100% de las participaciones de esa jerarquía — permite comparar composición sin que el volumen de Talleres oculte el resto.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Los Talleres dominan en todas las jerarquías; los Diplomados y Proyectos tienen mayor peso relativo en Asistente y Asociado.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El n total al margen derecho revela el volumen real: las jerarquías de rango medio concentran la mayor participación absoluta entre los 197 Aptos P3.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18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Participación por Antigüedad y Tipo de 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Universo: 197 Aptos P3  ·  todos formados  ·  Periodos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541" y="1163000"/>
            <a:ext cx="9258054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Formados Aptos P3: Antigüedad × Tipo · composición 100% por tramo · n absoluto dentro · total n sobre columna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1.  Los tramos de menor antigüedad (0–9 años) concentran el mayor volumen de participación entre los 197 Aptos P3; a mayor antigüedad el total decae.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2.  Los Diplomados representan solo 13 participaciones en total — docentes que participaron exclusivamente en esa modalidad, sin talleres ni proyectos.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FFFFFF"/>
                </a:solidFill>
              </a:rPr>
              <a:t>3.  La composición por tipo es relativamente estable entre tramos: los Talleres dominan en todos; los Diplomados y Proyectos aparecen más en antigüedades intermedias.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